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Sample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Introduction: Overview of the topic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Market Analysis: Data-driven insights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Conclusion: Summary and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287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Define the core concept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State the purpose of this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Market Analysis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287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Show growth trends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Highlight key competitors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914400"/>
          <a:ext cx="7315200" cy="30861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287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Summarize findings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Call to action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Future Trends</dc:title>
  <dc:subject>PptxGenJS Presentation</dc:subject>
  <dc:creator>PptxGenJS</dc:creator>
  <cp:lastModifiedBy>PptxGenJS</cp:lastModifiedBy>
  <cp:revision>1</cp:revision>
  <dcterms:created xsi:type="dcterms:W3CDTF">2025-12-30T06:23:16Z</dcterms:created>
  <dcterms:modified xsi:type="dcterms:W3CDTF">2025-12-30T06:23:16Z</dcterms:modified>
</cp:coreProperties>
</file>